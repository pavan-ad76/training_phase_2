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0" r:id="rId9"/>
    <p:sldId id="266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0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8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5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4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7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49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0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9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8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82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9540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01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23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38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66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9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59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 Traffic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| June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551176"/>
            <a:ext cx="7955280" cy="1755648"/>
          </a:xfrm>
        </p:spPr>
        <p:txBody>
          <a:bodyPr/>
          <a:lstStyle/>
          <a:p>
            <a:r>
              <a:rPr dirty="0"/>
              <a:t>Objective: Analyze web traffic data to derive actionable insights.</a:t>
            </a:r>
          </a:p>
          <a:p>
            <a:r>
              <a:rPr dirty="0"/>
              <a:t>Data Source: Kaggle dataset</a:t>
            </a:r>
          </a:p>
          <a:p>
            <a:r>
              <a:rPr dirty="0"/>
              <a:t>Tools: Python (Pandas, Seaborn, </a:t>
            </a:r>
            <a:r>
              <a:rPr dirty="0" err="1"/>
              <a:t>Sk</a:t>
            </a:r>
            <a:r>
              <a:rPr lang="en-US" dirty="0" err="1"/>
              <a:t>L</a:t>
            </a:r>
            <a:r>
              <a:rPr dirty="0" err="1"/>
              <a:t>earn</a:t>
            </a:r>
            <a:r>
              <a:rPr dirty="0"/>
              <a:t>), PowerPoint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Source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601468"/>
            <a:ext cx="7955280" cy="1984248"/>
          </a:xfrm>
        </p:spPr>
        <p:txBody>
          <a:bodyPr/>
          <a:lstStyle/>
          <a:p>
            <a:r>
              <a:rPr dirty="0"/>
              <a:t>Organic traffic generally leads to higher conversion rates.</a:t>
            </a:r>
          </a:p>
          <a:p>
            <a:r>
              <a:rPr dirty="0"/>
              <a:t>Paid and Social traffic show more variability in performance.</a:t>
            </a:r>
          </a:p>
          <a:p>
            <a:r>
              <a:rPr dirty="0"/>
              <a:t>Refer to boxplot: Conversion Rate by Traffic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6FE4-DD8C-2BC7-8613-12F3405EF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292" y="599146"/>
            <a:ext cx="6377940" cy="1293028"/>
          </a:xfrm>
        </p:spPr>
        <p:txBody>
          <a:bodyPr>
            <a:normAutofit/>
          </a:bodyPr>
          <a:lstStyle/>
          <a:p>
            <a:r>
              <a:rPr lang="en-US" sz="3200" dirty="0"/>
              <a:t>Conversion Rate by Traffic Source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333B9-7116-6EBE-A90F-5DBB10A0D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353" y="2193925"/>
            <a:ext cx="6593293" cy="4070350"/>
          </a:xfrm>
        </p:spPr>
      </p:pic>
    </p:spTree>
    <p:extLst>
      <p:ext uri="{BB962C8B-B14F-4D97-AF65-F5344CB8AC3E}">
        <p14:creationId xmlns:p14="http://schemas.microsoft.com/office/powerpoint/2010/main" val="4329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578608"/>
            <a:ext cx="7955280" cy="2304288"/>
          </a:xfrm>
        </p:spPr>
        <p:txBody>
          <a:bodyPr>
            <a:normAutofit/>
          </a:bodyPr>
          <a:lstStyle/>
          <a:p>
            <a:r>
              <a:rPr dirty="0"/>
              <a:t>Lower bounce rates correlate with higher conversion rates.</a:t>
            </a:r>
          </a:p>
          <a:p>
            <a:r>
              <a:rPr dirty="0"/>
              <a:t>Time on Page and Previous Visits are positively related to conversions.</a:t>
            </a:r>
          </a:p>
          <a:p>
            <a:r>
              <a:rPr dirty="0"/>
              <a:t>Refer to scatterplot and correlation heatmap for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FB6CA-8EBE-FDC4-8E61-71FF543DC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1751" y="1148421"/>
            <a:ext cx="6377940" cy="1293028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	 </a:t>
            </a:r>
            <a:r>
              <a:rPr lang="en-US" sz="3600" dirty="0"/>
              <a:t>Conversion Rate vs Key Metrics</a:t>
            </a:r>
            <a:br>
              <a:rPr lang="en-US" sz="2400" dirty="0"/>
            </a:br>
            <a:endParaRPr lang="en-IN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D936BD-107D-5983-520E-9ADDB7D86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3149792"/>
            <a:ext cx="7956550" cy="2158615"/>
          </a:xfrm>
        </p:spPr>
      </p:pic>
    </p:spTree>
    <p:extLst>
      <p:ext uri="{BB962C8B-B14F-4D97-AF65-F5344CB8AC3E}">
        <p14:creationId xmlns:p14="http://schemas.microsoft.com/office/powerpoint/2010/main" val="4020293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0EE4-D92B-ED18-3DD1-CE301C76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572" y="852089"/>
            <a:ext cx="6377940" cy="1293028"/>
          </a:xfrm>
        </p:spPr>
        <p:txBody>
          <a:bodyPr/>
          <a:lstStyle/>
          <a:p>
            <a:r>
              <a:rPr lang="en-IN" dirty="0"/>
              <a:t>Correlation Heatmap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9CBDA9-9532-0E44-21D0-D18275322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578" y="2157984"/>
            <a:ext cx="5566843" cy="3790191"/>
          </a:xfrm>
        </p:spPr>
      </p:pic>
    </p:spTree>
    <p:extLst>
      <p:ext uri="{BB962C8B-B14F-4D97-AF65-F5344CB8AC3E}">
        <p14:creationId xmlns:p14="http://schemas.microsoft.com/office/powerpoint/2010/main" val="129407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569464"/>
            <a:ext cx="7955280" cy="2039112"/>
          </a:xfrm>
        </p:spPr>
        <p:txBody>
          <a:bodyPr/>
          <a:lstStyle/>
          <a:p>
            <a:r>
              <a:rPr dirty="0"/>
              <a:t>Model Used: Random Forest Regressor</a:t>
            </a:r>
          </a:p>
          <a:p>
            <a:r>
              <a:rPr dirty="0"/>
              <a:t>Target: Conversion Rate</a:t>
            </a:r>
          </a:p>
          <a:p>
            <a:r>
              <a:rPr dirty="0"/>
              <a:t>Features: Page Views, Session Duration, etc.</a:t>
            </a:r>
          </a:p>
          <a:p>
            <a:r>
              <a:rPr dirty="0"/>
              <a:t>Key Influencers: Time on Page, Previous Visits, Bounce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104D-8A42-4E5F-1062-32866F93A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906953"/>
            <a:ext cx="6377940" cy="1293028"/>
          </a:xfrm>
        </p:spPr>
        <p:txBody>
          <a:bodyPr>
            <a:normAutofit fontScale="90000"/>
          </a:bodyPr>
          <a:lstStyle/>
          <a:p>
            <a:r>
              <a:rPr lang="en-IN" dirty="0"/>
              <a:t>Conversion prediction modelling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FEAF4-307A-8A34-AE1E-BDF7A8088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2826" y="2510025"/>
            <a:ext cx="5038348" cy="2956386"/>
          </a:xfrm>
        </p:spPr>
      </p:pic>
    </p:spTree>
    <p:extLst>
      <p:ext uri="{BB962C8B-B14F-4D97-AF65-F5344CB8AC3E}">
        <p14:creationId xmlns:p14="http://schemas.microsoft.com/office/powerpoint/2010/main" val="1513173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24912"/>
            <a:ext cx="7955280" cy="2606040"/>
          </a:xfrm>
        </p:spPr>
        <p:txBody>
          <a:bodyPr/>
          <a:lstStyle/>
          <a:p>
            <a:r>
              <a:rPr dirty="0"/>
              <a:t>Focus on organic traffic acquisition for better conversion.</a:t>
            </a:r>
          </a:p>
          <a:p>
            <a:r>
              <a:rPr dirty="0"/>
              <a:t>Improve landing page UX to reduce bounce rate.</a:t>
            </a:r>
          </a:p>
          <a:p>
            <a:r>
              <a:rPr dirty="0"/>
              <a:t>Segment returning visitors for tailored engagement strategies.</a:t>
            </a:r>
          </a:p>
          <a:p>
            <a:r>
              <a:rPr dirty="0"/>
              <a:t>Enhance long-session experiences with personalized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913212"/>
            <a:ext cx="7955280" cy="2002536"/>
          </a:xfrm>
        </p:spPr>
        <p:txBody>
          <a:bodyPr/>
          <a:lstStyle/>
          <a:p>
            <a:r>
              <a:rPr dirty="0"/>
              <a:t>Web traffic analysis provides critical user behavior insights.</a:t>
            </a:r>
          </a:p>
          <a:p>
            <a:r>
              <a:rPr dirty="0"/>
              <a:t>Deploy dashboards for real-time tracking.</a:t>
            </a:r>
          </a:p>
          <a:p>
            <a:r>
              <a:rPr dirty="0"/>
              <a:t>A/B test homepage and high-traffic pages to refine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</TotalTime>
  <Words>219</Words>
  <Application>Microsoft Office PowerPoint</Application>
  <PresentationFormat>On-screen Show (4:3)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Web Traffic Analysis</vt:lpstr>
      <vt:lpstr>Project Overview</vt:lpstr>
      <vt:lpstr>Traffic Source Insights</vt:lpstr>
      <vt:lpstr>Conversion Rate by Traffic Source</vt:lpstr>
      <vt:lpstr>Behavioral Insights</vt:lpstr>
      <vt:lpstr>  Conversion Rate vs Key Metrics </vt:lpstr>
      <vt:lpstr>Correlation Heatmap </vt:lpstr>
      <vt:lpstr>Predictive Modeling</vt:lpstr>
      <vt:lpstr>Conversion prediction modelling 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R V</cp:lastModifiedBy>
  <cp:revision>9</cp:revision>
  <dcterms:created xsi:type="dcterms:W3CDTF">2013-01-27T09:14:16Z</dcterms:created>
  <dcterms:modified xsi:type="dcterms:W3CDTF">2025-06-29T09:15:44Z</dcterms:modified>
  <cp:category/>
</cp:coreProperties>
</file>